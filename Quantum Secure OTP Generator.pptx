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8DC117F-8F40-4BAE-9186-93C48D3DE70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8691-867B-F9BD-5820-B1CA3C72C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988A9-E80D-F50F-F7C3-BE59E5A0F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23B91-F3A0-5C1D-9F7D-51079D41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CF3C-034E-06DC-F6D7-A7471553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5B196-F97C-CD3C-604C-8158AAD8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4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A184-6A8C-BB41-8603-069320AD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35AC0-ED4D-48DD-D896-3DB3A1DB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D134-3D89-EB44-784B-7BFDA584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4BC2-9611-2A35-6DF6-E11AC6D0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60A1-5D76-0813-438E-099DAB8E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35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5CB5-54D9-E6EF-3A51-B1E3D358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F72C8-E586-0631-F57F-8F2F17E1A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CAEA0-B310-B073-0AFC-02318877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C8D3A-1E66-610C-3805-611CEE0E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47FE9-79A2-45EB-7222-20087E6A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09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8E7D-CCEE-6200-A0F8-4B49A7A62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30D3A-D758-C232-D423-F7443293D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33C94-4228-74D8-C8E4-B54EBA403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99C67-CFCB-C89F-202A-B90E1735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D97E6-CA32-E170-5AFD-2147238E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12863-B08C-61AE-9D1D-EAB4CA8D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54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2E88-8756-772C-B489-EDAFC1D7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BA8DA-86C4-345E-2FE7-FE2FCDF9C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54027-120A-5259-76AF-13DDB899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7F891-5E2A-B320-4BEE-E8D377340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7BDA4-9D17-D2DF-EF8F-A6AD00C13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869DCC-2A9E-6AB3-5B56-735981C6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4D99B-4B7C-6628-3EB3-4BB739F9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A41F2-5456-55E0-5485-8DCE5ED4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92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CC5B-6EAD-E29C-FD9F-B345A163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67442-7141-CB38-3F50-480C7E00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0057-DD0E-6022-4E75-50B28E29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9BF81-597D-0A18-1186-0A24B6F2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1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01444-50E1-CF5E-7479-4C4D04ABA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EB77F-3B37-1DFE-7886-A8843C5E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CDB99-7C16-9796-2FFD-05203CE4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8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4CEA-3CDE-2B17-8B2E-627C0B13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3A613-EF6D-B40C-7CD0-8B907B58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EBE45-4A52-BDC7-922D-8F7969E8F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73B2A-CF28-C628-29F3-C92FA9A1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E71D-ED51-084E-B208-A1530177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DD757-4CF8-BCA6-D48D-33C64FB5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0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9D80-4269-E1B1-0D5A-CBFD271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22231-215F-5943-89A0-CE3E4132B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0C2E3-1929-46E0-6DFD-68121E980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B02C2-55D8-B13F-3563-70A9D712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4697C-6074-CC0B-5F33-717A286A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CE3A9-C356-9ED6-4F2B-34B08A5E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6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8109-5F8D-6085-69A2-F6F4D07C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C269E-484D-BA10-269F-8B52875D2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96E5E-D6E5-8440-73F6-1D0D76FA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C62AA-DF39-87D4-80D9-A9ED081A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A9A41-DA9A-A3AC-31C6-A6D351F6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40DF8-2056-2B09-0E86-BB8B85179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9CF2B-482A-B3EA-7092-4CA6C113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8478C-0AEF-B170-314E-6EFADA26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97507-FBB7-C994-414A-7C330748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1177E-BB42-D71B-EE6B-82BF82F4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6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BA64E-4FA2-8233-4DB3-5B58644C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FB82-6C54-0F8F-C86E-954C7B6E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95491-1A63-58D2-C737-987E69AAF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D3417-C02D-49E3-B746-53E716711E6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9C60-E3B2-4D37-9DAA-CC7BD4519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7A783-D6B1-6F03-6633-196DA69ED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3662A-D62C-47BF-99CC-17FFF81E6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40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B6D9-58F9-0AB3-806B-4FA130BEF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2984" y="1973778"/>
            <a:ext cx="9144000" cy="85302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Secure OTP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0D79C-75FD-A155-0C86-A40171227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618" y="4950674"/>
            <a:ext cx="9144000" cy="348728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Incharge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Dr.M.Gayathri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424EE1F-0DAE-B321-2AE5-16D3EEF0EC5B}"/>
              </a:ext>
            </a:extLst>
          </p:cNvPr>
          <p:cNvSpPr txBox="1">
            <a:spLocks/>
          </p:cNvSpPr>
          <p:nvPr/>
        </p:nvSpPr>
        <p:spPr>
          <a:xfrm>
            <a:off x="1774123" y="2826797"/>
            <a:ext cx="9144000" cy="3487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(A Simulation of Quantum-Based Secure OTP Generation)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146" name="Picture 2" descr="SRM Logo - LogoDix">
            <a:extLst>
              <a:ext uri="{FF2B5EF4-FFF2-40B4-BE49-F238E27FC236}">
                <a16:creationId xmlns:a16="http://schemas.microsoft.com/office/drawing/2014/main" id="{A47BAFA5-B546-D93F-064D-DF2D727EC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234" y="402153"/>
            <a:ext cx="27527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3C944EB1-6B5E-0CAC-5AF6-FF5628848DA1}"/>
              </a:ext>
            </a:extLst>
          </p:cNvPr>
          <p:cNvSpPr txBox="1">
            <a:spLocks/>
          </p:cNvSpPr>
          <p:nvPr/>
        </p:nvSpPr>
        <p:spPr>
          <a:xfrm>
            <a:off x="1599618" y="3581400"/>
            <a:ext cx="9144000" cy="34872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Mutthuram S 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RA2411003010047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SECTION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64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4905-4EAA-376A-D0CA-C68903A3E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016417" cy="53181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8D13-BB45-10EC-5D03-2297464A4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123349"/>
            <a:ext cx="6172200" cy="4873625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(One-Time Password) is used for authentication in banking, apps, etc.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layer of security (2FA)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user accounts.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OTP systems rely on classical algorithms.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are vulnerable to: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 attacks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Man-in-the-middle attacks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Cryptography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highly secure and unpredictable OTPs.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Quantum-based systems provide: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randomness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security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advanced cyber attacks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 hidden="1">
            <a:extLst>
              <a:ext uri="{FF2B5EF4-FFF2-40B4-BE49-F238E27FC236}">
                <a16:creationId xmlns:a16="http://schemas.microsoft.com/office/drawing/2014/main" id="{1D91B1F8-1478-6182-7B2E-92BF1FDCE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5456" y="1933833"/>
            <a:ext cx="4166544" cy="367566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6F6A9-142B-F8E6-A6A4-7FAE6D15A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134" y="1123349"/>
            <a:ext cx="4016416" cy="5376222"/>
          </a:xfrm>
          <a:prstGeom prst="rect">
            <a:avLst/>
          </a:prstGeom>
        </p:spPr>
      </p:pic>
      <p:pic>
        <p:nvPicPr>
          <p:cNvPr id="4101" name="Picture 5" descr="SRM Logo - LogoDix">
            <a:extLst>
              <a:ext uri="{FF2B5EF4-FFF2-40B4-BE49-F238E27FC236}">
                <a16:creationId xmlns:a16="http://schemas.microsoft.com/office/drawing/2014/main" id="{1A2273EA-1BFA-F11C-BDAE-51F0A63B5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28" y="-223970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99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5A1B-3CE1-45C6-072D-F8838E997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6D16-2C0F-0DC3-30AF-B1FC67B94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76"/>
            <a:ext cx="11139742" cy="528017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EC2552-9BDB-34EA-274D-26D578D60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27906"/>
            <a:ext cx="12915643" cy="5358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Secure OTP Generator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advanced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key concepts of: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randomness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Key Distribution (QKD)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secure and unpredictable OTPs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quantum-inspired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methods, it ensures: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randomness in OTP generation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protection against cyber threats </a:t>
            </a:r>
          </a:p>
          <a:p>
            <a:pPr marL="230400" marR="0" lvl="0" indent="-2304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improves: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confidentiality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reliability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strong resistance against: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Brute force attacks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Man-in-the-middle attacks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SRM Logo - LogoDix">
            <a:extLst>
              <a:ext uri="{FF2B5EF4-FFF2-40B4-BE49-F238E27FC236}">
                <a16:creationId xmlns:a16="http://schemas.microsoft.com/office/drawing/2014/main" id="{C13AD37C-819D-C0D5-4287-7A10DF1FA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456" y="-155448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328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34D9-973E-5CD2-ED02-9916F5E5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Challenge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341B84-63A8-715B-F926-5E7806971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76475"/>
            <a:ext cx="7603363" cy="5249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OTP systems are 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fully secure against advanced attacks.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OTPs can be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intercepted during transmission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and social engineering attacks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and device safety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system that: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truly random OTPs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predicted or duplicated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secure OTP generation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secure authentication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randomness using classical systems is difficult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complexity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quantum techniques with existing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quantum hardware for implementation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671996-244E-2466-2C41-62312275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522" y="1290166"/>
            <a:ext cx="4154385" cy="3769125"/>
          </a:xfrm>
          <a:prstGeom prst="rect">
            <a:avLst/>
          </a:prstGeom>
        </p:spPr>
      </p:pic>
      <p:pic>
        <p:nvPicPr>
          <p:cNvPr id="9" name="Picture 5" descr="SRM Logo - LogoDix">
            <a:extLst>
              <a:ext uri="{FF2B5EF4-FFF2-40B4-BE49-F238E27FC236}">
                <a16:creationId xmlns:a16="http://schemas.microsoft.com/office/drawing/2014/main" id="{9FF41B43-06BB-FA88-253E-D676DF282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28" y="-223970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07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6FE2-FD41-2293-ADF8-961C80E6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826E-F7BA-679F-A3AD-A9CE53911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18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quantum-based OTP systems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of Quantum Key Distribution with One-Time-Pad-Protected Data (2023)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Combines OTP with QKD to achieve highly secure communication.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Approach to Generate OTP using Quantum True Random Number Generator (2024)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Uses quantum randomness to generate unpredictable OTPs.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Randomness for Secure Authentication Systems (2024)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Applies QRNG in OTP and authentication to improve security.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True Random Number Generator using IBM Quantum Devices (2022)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Demonstrates real quantum randomness using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Simple Quantum Cryptography for One-Time Pad (2017)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Solves key distribution issues in OTP using quantum methods.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Quantum-Resilient OTP-based Multi-Factor Authentication (2024)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Proposes OTP systems secure against future quantum attacks.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of Quantum Random Number Generators (2022)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types and importance of QRNG in cryptography.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 Number Generation in Encryption Security (2023)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Shows how QRNG strengthens encryption and security systems</a:t>
            </a:r>
          </a:p>
        </p:txBody>
      </p:sp>
      <p:pic>
        <p:nvPicPr>
          <p:cNvPr id="4" name="Picture 5" descr="SRM Logo - LogoDix">
            <a:extLst>
              <a:ext uri="{FF2B5EF4-FFF2-40B4-BE49-F238E27FC236}">
                <a16:creationId xmlns:a16="http://schemas.microsoft.com/office/drawing/2014/main" id="{2D81F59B-2139-2705-AF89-8365151CB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28" y="-223970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5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24ACC-FE25-1EF2-C5BE-B9956FFA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4CF0B-7316-1A4F-CD3D-082A41D8F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124" y="2068953"/>
            <a:ext cx="5676642" cy="37671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B1B8E-92B3-A92B-912C-F565451F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776"/>
            <a:ext cx="10048103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Generator Module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 Number Generator (QRNG) (simulated)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System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OTP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 number generated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created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to user </a:t>
            </a:r>
          </a:p>
          <a:p>
            <a:pPr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at server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 descr="SRM Logo - LogoDix">
            <a:extLst>
              <a:ext uri="{FF2B5EF4-FFF2-40B4-BE49-F238E27FC236}">
                <a16:creationId xmlns:a16="http://schemas.microsoft.com/office/drawing/2014/main" id="{5066EFC8-EE8D-E673-153E-EF2302F13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28" y="-223970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75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973C-1062-5FC3-B399-DCBAA33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DB1A8-2817-F8BE-AC41-CF10B54E9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OTP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OTP for verification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OTP Generator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random numbers using quantum principles (simulated)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OTP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reuse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expiry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 descr="SRM Logo - LogoDix">
            <a:extLst>
              <a:ext uri="{FF2B5EF4-FFF2-40B4-BE49-F238E27FC236}">
                <a16:creationId xmlns:a16="http://schemas.microsoft.com/office/drawing/2014/main" id="{07240B75-C08A-A463-92CA-E80760C46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28" y="-223970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41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C674-4956-2245-F86C-6D4672DA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4406C5-74D2-699D-E7AD-C9E926C71D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7906"/>
            <a:ext cx="498867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Secure OTP provides: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security than traditional OTP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randomness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risk of cyber attacks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quantum hardware integration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in banking &amp; defense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 descr="SRM Logo - LogoDix">
            <a:extLst>
              <a:ext uri="{FF2B5EF4-FFF2-40B4-BE49-F238E27FC236}">
                <a16:creationId xmlns:a16="http://schemas.microsoft.com/office/drawing/2014/main" id="{ACD534E3-911A-8A6C-FBB7-C20370DEF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428" y="-223970"/>
            <a:ext cx="2386157" cy="136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256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549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Quantum Secure OTP Generator</vt:lpstr>
      <vt:lpstr>INTRODUCTION</vt:lpstr>
      <vt:lpstr>ABSTRACT</vt:lpstr>
      <vt:lpstr>Problem Statement &amp; Challenge</vt:lpstr>
      <vt:lpstr>Literature Survey</vt:lpstr>
      <vt:lpstr>Design of Architecture</vt:lpstr>
      <vt:lpstr>Modules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mutthuram sr</dc:creator>
  <cp:lastModifiedBy>mutthuram sr</cp:lastModifiedBy>
  <cp:revision>2</cp:revision>
  <dcterms:created xsi:type="dcterms:W3CDTF">2026-03-22T17:21:52Z</dcterms:created>
  <dcterms:modified xsi:type="dcterms:W3CDTF">2026-03-23T03:40:39Z</dcterms:modified>
</cp:coreProperties>
</file>